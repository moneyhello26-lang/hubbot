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HubBot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Гибридная система делегирования задач</a:t>
            </a:r>
          </a:p>
          <a:p>
            <a:r>
              <a:t>Telegram + Веб-платформа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Хаос в задачах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 чем сталкивается руководитель:</a:t>
            </a:r>
          </a:p>
          <a:p>
            <a:r>
              <a:t>Задачи теряются в переписках Telegram.</a:t>
            </a:r>
          </a:p>
          <a:p>
            <a:r>
              <a:t>Нет контроля сроков и дедлайнов.</a:t>
            </a:r>
          </a:p>
          <a:p>
            <a:r>
              <a:t>Отчеты сотрудников смешиваются с обычными сообщениями.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Решение: HubBot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Разделение рабочих зон:</a:t>
            </a:r>
          </a:p>
          <a:p>
            <a:r>
              <a:t>Для руководителя: Умный Telegram-бот. Удобно ставить задачи с телефона.</a:t>
            </a:r>
          </a:p>
          <a:p>
            <a:r>
              <a:t>Для сотрудников: Профессиональный веб-портал. Удобно видеть тикеты и загружать отчеты.</a:t>
            </a:r>
          </a:p>
          <a:p>
            <a:r>
              <a:t>Единая база данных: Изменения на сайте мгновенно синхронизируются с ботом.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Telegram-Бот (Панель управления)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Возможности бота:</a:t>
            </a:r>
          </a:p>
          <a:p>
            <a:r>
              <a:t>Создание задач (/add) через многошаговый диалог.</a:t>
            </a:r>
          </a:p>
          <a:p>
            <a:r>
              <a:t>Установка дедлайнов на принятие и на выполнение.</a:t>
            </a:r>
          </a:p>
          <a:p>
            <a:r>
              <a:t>Просмотр всех свободных задач (/tasks).</a:t>
            </a:r>
          </a:p>
          <a:p>
            <a:r>
              <a:t>Получение файлов с результатами напрямую от веб-сервера.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Веб-Интерфейс (Диспетчерская)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Рабочее место сотрудника:</a:t>
            </a:r>
          </a:p>
          <a:p>
            <a:r>
              <a:t>Строгий дизайн в стиле «Диспетчерской тикетов».</a:t>
            </a:r>
          </a:p>
          <a:p>
            <a:r>
              <a:t>Доска задач с распределением статусов (Свободно, В процессе, Выполнено).</a:t>
            </a:r>
          </a:p>
          <a:p>
            <a:r>
              <a:t>Собственный профиль с историей выполненных заданий.</a:t>
            </a:r>
          </a:p>
          <a:p>
            <a:r>
              <a:t>Загрузка файлов в 1 клик с красивым отображением имени.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Жесткий контроль сроков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Система не прощает просрочек:</a:t>
            </a:r>
          </a:p>
          <a:p>
            <a:r>
              <a:t>Фоновый процесс (Cleaner Thread) работает 24/7.</a:t>
            </a:r>
          </a:p>
          <a:p>
            <a:r>
              <a:t>Каждую минуту проверяются дедлайны по всем задачам.</a:t>
            </a:r>
          </a:p>
          <a:p>
            <a:r>
              <a:t>Если задача просрочена — она автоматически удаляется.</a:t>
            </a:r>
          </a:p>
          <a:p>
            <a:r>
              <a:t>Руководитель получает push-уведомление об удалении тикета.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Что внутри HubBot?</a:t>
            </a:r>
          </a:p>
          <a:p>
            <a:r>
              <a:t>Бэкенд: Python (Flask) + Telebot.</a:t>
            </a:r>
          </a:p>
          <a:p>
            <a:r>
              <a:t>База Данных: SQLite.</a:t>
            </a:r>
          </a:p>
          <a:p>
            <a:r>
              <a:t>Фронтенд: HTML, JavaScript, CSS Grid.</a:t>
            </a:r>
          </a:p>
          <a:p>
            <a:r>
              <a:t>Деплой: Docker (контейнеризация для быстрого развертывания).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HubBot — порядок в задачах, порядок в делах.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